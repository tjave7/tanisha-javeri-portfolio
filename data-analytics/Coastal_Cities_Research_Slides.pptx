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Cities and Rising Seas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A comparison of five NOAA tide gauge stations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Environmental data analysis | Tanisha Javeri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How do historic local relative sea level trends differ across selected coastal cities?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This is a descriptive comparison, not a prediction of when cities will flood.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Data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Five published NOAA station trend estimates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Units: millimeters per year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Methods: data extraction, comparison, ranking, SQL and Python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Station periods differ; values include land movement.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Historic rates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500">
                <a:solidFill>
                  <a:srgbClr val="EBF3FF"/>
                </a:solidFill>
              </a:defRPr>
            </a:pPr>
            <a:r>
              <a:t>Norfolk  4.84 mm per year</a:t>
            </a:r>
          </a:p>
          <a:p>
            <a:pPr>
              <a:spcAft>
                <a:spcPts val="1700"/>
              </a:spcAft>
              <a:defRPr sz="2500">
                <a:solidFill>
                  <a:srgbClr val="EBF3FF"/>
                </a:solidFill>
              </a:defRPr>
            </a:pPr>
            <a:r>
              <a:t>Charleston  3.51 mm per year</a:t>
            </a:r>
          </a:p>
          <a:p>
            <a:pPr>
              <a:spcAft>
                <a:spcPts val="1700"/>
              </a:spcAft>
              <a:defRPr sz="2500">
                <a:solidFill>
                  <a:srgbClr val="EBF3FF"/>
                </a:solidFill>
              </a:defRPr>
            </a:pPr>
            <a:r>
              <a:t>Miami  3.20 mm per year</a:t>
            </a:r>
          </a:p>
          <a:p>
            <a:pPr>
              <a:spcAft>
                <a:spcPts val="1700"/>
              </a:spcAft>
              <a:defRPr sz="2500">
                <a:solidFill>
                  <a:srgbClr val="EBF3FF"/>
                </a:solidFill>
              </a:defRPr>
            </a:pPr>
            <a:r>
              <a:t>New York City  2.90 mm per year</a:t>
            </a:r>
          </a:p>
          <a:p>
            <a:pPr>
              <a:spcAft>
                <a:spcPts val="1700"/>
              </a:spcAft>
              <a:defRPr sz="2500">
                <a:solidFill>
                  <a:srgbClr val="EBF3FF"/>
                </a:solidFill>
              </a:defRPr>
            </a:pPr>
            <a:r>
              <a:t>Honolulu  1.57 mm per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What the results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Norfolk has the highest historical rate in this five station sample.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Relative sea level includes changes in the ocean and movement of land.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The rates do not tell us which buildings or neighborhoods will be submerged.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The observation windows differ by station.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A linear historic trend is not a forecast of future sea level rise.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Next: download consistent time windows and combine flood elevation maps with future NOAA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AE9D6"/>
                </a:solidFill>
              </a:defRPr>
            </a:pPr>
            <a: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Data cleaning and quality checks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CSV and spreadsheet analysis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SQL aggregation and sorting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Python descriptive statistics</a:t>
            </a:r>
          </a:p>
          <a:p>
            <a:pPr>
              <a:spcAft>
                <a:spcPts val="1700"/>
              </a:spcAft>
              <a:defRPr sz="2300">
                <a:solidFill>
                  <a:srgbClr val="EBF3FF"/>
                </a:solidFill>
              </a:defRPr>
            </a:pPr>
            <a:r>
              <a:t>Evidence based scientific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2A0B1"/>
                </a:solidFill>
              </a:defRPr>
            </a:pPr>
            <a:r>
              <a:t>Tanisha Javeri | Research slides |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