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RESEARCH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Climate 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Environmental data analysis | Tanisha Javeri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Does a simple Ridge model beat the previous month baseline on a six month holdout?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Why this question matters for interpreting scientific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Existing six month 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6 published rows in the included spreadsheet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Descriptive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Review reported values, preserve units and compare observations or published references.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Mean absolute error: Ridge 0.094 degrees C and previous month baseline 0.083 degrees 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Results are descriptive and are not new measurements.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What the data can tell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Mean absolute error: Ridge 0.094 degrees C and previous month baseline 0.083 degrees 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What we cannot conclude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Only six holdout months are available and the baseline outperforms Ridge.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Research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Transparent analysis requires clear sources, reproducible calculations and honest limitations.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