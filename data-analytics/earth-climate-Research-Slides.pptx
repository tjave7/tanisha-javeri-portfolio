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Earth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Environmental data analysis | Tanisha Javeri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How do global temperature anomalies vary over 24 observed months?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Why this question matters for interpreting scientific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NASA GISTEMP monthly anomaly excerpt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24 published rows in the included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Descriptive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Review reported values, preserve units and compare observations or published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The excerpt contains 24 monthly temperature anomaly observations. The average is 1.22 degrees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Results are descriptive and are not new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the data can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The excerpt contains 24 monthly temperature anomaly observations. The average is 1.22 degrees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What we cannot conclude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The 24 observations describe a short window and cannot establish a long term trend by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DED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6FAFF"/>
                </a:solidFill>
                <a:latin typeface="Aptos"/>
              </a:defRPr>
            </a:pPr>
            <a:r>
              <a:t>Research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6D1E0"/>
                </a:solidFill>
                <a:latin typeface="Aptos"/>
              </a:defRPr>
            </a:pPr>
            <a:r>
              <a:t>Transparent analysis requires clear sources, reproducible calculations and honest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7DED7"/>
                </a:solidFill>
                <a:latin typeface="Aptos"/>
              </a:defRPr>
            </a:pPr>
            <a:r>
              <a:t>Tanisha Javeri | Research slides |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