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RESEARCH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Mars Atmosphere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Environmental data analysis | Tanisha Javeri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How do published Mars temperature and pressure references compare with Earth?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Why this question matters for interpreting scientific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NASA published planetary reference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5 published rows in the included spreadsheet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Descriptive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Review reported values, preserve units and compare observations or published references.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Published Mars mean surface temperature is approximately negative 65 degrees C compared with approximately 15 degrees C for Earth.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Results are descriptive and are not new measurements.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What the data can tell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Published Mars mean surface temperature is approximately negative 65 degrees C compared with approximately 15 degrees C for Earth.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What we cannot conclude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Reference ranges are not a time series of measurements from a Mars weather station.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Research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Transparent analysis requires clear sources, reproducible calculations and honest limitations.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