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Ocean Heat and Coral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Environmental data analysis | Tanisha Javeri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How does global coral reef heat stress exposure differ across bleaching events?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Why this question matters for interpreting scientific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NOAA Coral Reef Watch published event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2 published rows in the included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Descriptive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Review reported values, preserve units and compare observations or published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Reef area exposed to bleaching level heat stress increased from 68.2 percent to 84.4 percent across the two reported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Results are descriptive and are not new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the data can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Reef area exposed to bleaching level heat stress increased from 68.2 percent to 84.4 percent across the two reported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we cannot conclude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Heat stress exposure does not mean the same percentage of coral died.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Research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Transparent analysis requires clear sources, reproducible calculations and honest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