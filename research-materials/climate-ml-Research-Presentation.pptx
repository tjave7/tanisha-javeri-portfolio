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9FF"/>
                </a:solidFill>
                <a:latin typeface="Aptos"/>
              </a:defRPr>
            </a:pPr>
            <a:r>
              <a:t>Machine Learning for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Tanisha Javeri  |  Environmental Studies  |  Loyola University Chicago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Can a simple statistical model outperform a basic climate prediction baseline?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Why this question matters for environmental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Predictive models must be compared with simple alternatives using observations not used for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Scientific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Method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I evaluated Ridge regression against a previous month baseline using a time ordered holdout.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How the research was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Findings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The previous month baseline performed better on the six month test period in this small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The sample is too small to claim general forecasting skill. Future work needs more data and careful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Questions for further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