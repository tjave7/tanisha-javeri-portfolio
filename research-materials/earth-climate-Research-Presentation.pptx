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Earth Temperature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What do recent global temperature anomalies tell us about climate variability?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Global temperature anomalies compare observed temperature with a reference average.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examined a 24 month NASA GISTEMP excerpt and graphed monthly anomalies.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 series shows month to month variation within a period of elevated global temperature anomalies.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A short excerpt alone cannot establish a long term climate trend. A longer record is needed for that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