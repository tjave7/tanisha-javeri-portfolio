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3F9FF"/>
                </a:solidFill>
                <a:latin typeface="Aptos"/>
              </a:defRPr>
            </a:pPr>
            <a:r>
              <a:t>The Climate and Atmosphere of Mars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Tanisha Javeri  |  Environmental Studies  |  Loyola University Chicago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How do Martian temperature and atmospheric pressure affect exploration?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Why this question matters for environmental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NASA reports a mean temperature near minus 59 degrees Celsius and mean surface pressure near 6.36 millibars.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Scientific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Method and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I compared published reference values and visualized the large difference between Earth and Mars.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How the research was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Findings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The cold surface and thin carbon dioxide atmosphere create major challenges for spacecraft and human explorers.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21792"/>
            <a:ext cx="91440" cy="5394960"/>
          </a:xfrm>
          <a:prstGeom prst="rect">
            <a:avLst/>
          </a:prstGeom>
          <a:solidFill>
            <a:srgbClr val="5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6400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DE4D5"/>
                </a:solidFill>
                <a:latin typeface="Aptos"/>
              </a:defRPr>
            </a:pPr>
            <a: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27632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0">
                <a:solidFill>
                  <a:srgbClr val="F3F9FF"/>
                </a:solidFill>
                <a:latin typeface="Aptos"/>
              </a:defRPr>
            </a:pPr>
            <a:r>
              <a:t>These are reference comparisons rather than a time series of rover measurements.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96712"/>
            <a:ext cx="10241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7BED1"/>
                </a:solidFill>
                <a:latin typeface="Aptos"/>
              </a:defRPr>
            </a:pPr>
            <a:r>
              <a:t>Questions for further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00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7BED1"/>
                </a:solidFill>
                <a:latin typeface="Aptos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