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Research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9FF"/>
                </a:solidFill>
                <a:latin typeface="Aptos"/>
              </a:defRPr>
            </a:pPr>
            <a:r>
              <a:t>Could Humans Live on Mars?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Tanisha Javeri  |  Environmental Studies  |  Loyola University Chicago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How can scientific exploration help us understand the possibility of future human life on Mars?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Why this question matters for environmental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NASA observations indicate that Mars once had liquid water on its surface. Its present atmosphere is very thin and offers limited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Scientific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Method and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I reviewed published evidence about ancient water, possible past life, and technologies that could support exploration.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How the research was organized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Findings and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Mars has evidence of ancient habitable environments, but this is not proof that life existed. Human settlement would require reliable life support and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What the evidence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My next step is to compare environmental measurements from Mars missions and distinguish evidence from speculation.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Questions for further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