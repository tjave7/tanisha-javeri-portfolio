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3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621792"/>
            <a:ext cx="91440" cy="5394960"/>
          </a:xfrm>
          <a:prstGeom prst="rect">
            <a:avLst/>
          </a:prstGeom>
          <a:solidFill>
            <a:srgbClr val="52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64008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5DE4D5"/>
                </a:solidFill>
                <a:latin typeface="Aptos"/>
              </a:defRPr>
            </a:pPr>
            <a:r>
              <a:t>Research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1627632"/>
            <a:ext cx="10241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3F9FF"/>
                </a:solidFill>
                <a:latin typeface="Aptos"/>
              </a:defRPr>
            </a:pPr>
            <a:r>
              <a:t>Chicago Satellite Remote Sensing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696712"/>
            <a:ext cx="10241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A7BED1"/>
                </a:solidFill>
                <a:latin typeface="Aptos"/>
              </a:defRPr>
            </a:pPr>
            <a:r>
              <a:t>Tanisha Javeri  |  Environmental Studies  |  Loyola University Chicago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A7BED1"/>
                </a:solidFill>
                <a:latin typeface="Aptos"/>
              </a:defRPr>
            </a:pPr>
            <a:r>
              <a:t>1 /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3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621792"/>
            <a:ext cx="91440" cy="5394960"/>
          </a:xfrm>
          <a:prstGeom prst="rect">
            <a:avLst/>
          </a:prstGeom>
          <a:solidFill>
            <a:srgbClr val="52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64008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5DE4D5"/>
                </a:solidFill>
                <a:latin typeface="Aptos"/>
              </a:defRPr>
            </a:pPr>
            <a:r>
              <a:t>Research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1627632"/>
            <a:ext cx="10241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0">
                <a:solidFill>
                  <a:srgbClr val="F3F9FF"/>
                </a:solidFill>
                <a:latin typeface="Aptos"/>
              </a:defRPr>
            </a:pPr>
            <a:r>
              <a:t>How could satellite observations help investigate vegetation in Chicago?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696712"/>
            <a:ext cx="10241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A7BED1"/>
                </a:solidFill>
                <a:latin typeface="Aptos"/>
              </a:defRPr>
            </a:pPr>
            <a:r>
              <a:t>Why this question matters for environmental science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A7BED1"/>
                </a:solidFill>
                <a:latin typeface="Aptos"/>
              </a:defRPr>
            </a:pPr>
            <a: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3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621792"/>
            <a:ext cx="91440" cy="5394960"/>
          </a:xfrm>
          <a:prstGeom prst="rect">
            <a:avLst/>
          </a:prstGeom>
          <a:solidFill>
            <a:srgbClr val="52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64008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5DE4D5"/>
                </a:solidFill>
                <a:latin typeface="Aptos"/>
              </a:defRPr>
            </a:pPr>
            <a:r>
              <a:t>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1627632"/>
            <a:ext cx="10241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0">
                <a:solidFill>
                  <a:srgbClr val="F3F9FF"/>
                </a:solidFill>
                <a:latin typeface="Aptos"/>
              </a:defRPr>
            </a:pPr>
            <a:r>
              <a:t>Remote sensing uses measurements from orbit to study the land surface. NDVI is a common indicator of vegetation greenness.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696712"/>
            <a:ext cx="10241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A7BED1"/>
                </a:solidFill>
                <a:latin typeface="Aptos"/>
              </a:defRPr>
            </a:pPr>
            <a:r>
              <a:t>Scientific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A7BED1"/>
                </a:solidFill>
                <a:latin typeface="Aptos"/>
              </a:defRPr>
            </a:pPr>
            <a:r>
              <a:t>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3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621792"/>
            <a:ext cx="91440" cy="5394960"/>
          </a:xfrm>
          <a:prstGeom prst="rect">
            <a:avLst/>
          </a:prstGeom>
          <a:solidFill>
            <a:srgbClr val="52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64008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5DE4D5"/>
                </a:solidFill>
                <a:latin typeface="Aptos"/>
              </a:defRPr>
            </a:pPr>
            <a:r>
              <a:t>Method and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1627632"/>
            <a:ext cx="10241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0">
                <a:solidFill>
                  <a:srgbClr val="F3F9FF"/>
                </a:solidFill>
                <a:latin typeface="Aptos"/>
              </a:defRPr>
            </a:pPr>
            <a:r>
              <a:t>I prepared a Python workflow for calculating NDVI from appropriately selected satellite bands.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696712"/>
            <a:ext cx="10241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A7BED1"/>
                </a:solidFill>
                <a:latin typeface="Aptos"/>
              </a:defRPr>
            </a:pPr>
            <a:r>
              <a:t>How the research was organized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A7BED1"/>
                </a:solidFill>
                <a:latin typeface="Aptos"/>
              </a:defRPr>
            </a:pPr>
            <a: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3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621792"/>
            <a:ext cx="91440" cy="5394960"/>
          </a:xfrm>
          <a:prstGeom prst="rect">
            <a:avLst/>
          </a:prstGeom>
          <a:solidFill>
            <a:srgbClr val="52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64008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5DE4D5"/>
                </a:solidFill>
                <a:latin typeface="Aptos"/>
              </a:defRPr>
            </a:pPr>
            <a:r>
              <a:t>Findings and Interpretation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1627632"/>
            <a:ext cx="10241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0">
                <a:solidFill>
                  <a:srgbClr val="F3F9FF"/>
                </a:solidFill>
                <a:latin typeface="Aptos"/>
              </a:defRPr>
            </a:pPr>
            <a:r>
              <a:t>The workflow is ready, but the satellite imagery has not yet been processed into verified findings.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696712"/>
            <a:ext cx="10241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A7BED1"/>
                </a:solidFill>
                <a:latin typeface="Aptos"/>
              </a:defRPr>
            </a:pPr>
            <a:r>
              <a:t>What the evidence supports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A7BED1"/>
                </a:solidFill>
                <a:latin typeface="Aptos"/>
              </a:defRPr>
            </a:pPr>
            <a: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3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621792"/>
            <a:ext cx="91440" cy="5394960"/>
          </a:xfrm>
          <a:prstGeom prst="rect">
            <a:avLst/>
          </a:prstGeom>
          <a:solidFill>
            <a:srgbClr val="52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64008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5DE4D5"/>
                </a:solidFill>
                <a:latin typeface="Aptos"/>
              </a:defRPr>
            </a:pPr>
            <a:r>
              <a:t>Limitations and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1627632"/>
            <a:ext cx="10241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0">
                <a:solidFill>
                  <a:srgbClr val="F3F9FF"/>
                </a:solidFill>
                <a:latin typeface="Aptos"/>
              </a:defRPr>
            </a:pPr>
            <a:r>
              <a:t>Next I plan to compare cloud screened images from comparable seasons and document uncertainty.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696712"/>
            <a:ext cx="10241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A7BED1"/>
                </a:solidFill>
                <a:latin typeface="Aptos"/>
              </a:defRPr>
            </a:pPr>
            <a:r>
              <a:t>Questions for further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A7BED1"/>
                </a:solidFill>
                <a:latin typeface="Aptos"/>
              </a:defRPr>
            </a:pPr>
            <a: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