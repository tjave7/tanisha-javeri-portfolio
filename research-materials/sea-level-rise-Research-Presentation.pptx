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Sea Level Rise and Coastal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Why can the same rise in sea level affect coastal locations differently?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Relative sea level combines ocean changes with local land movement and elevation.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used a simple scenario model with assumed coastal elevations to demonstrate differences in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Lower assumed elevations become exposed earlier in the scenario. The results illustrate sensitivity to elevation.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These are hypothetical scenarios and not verified flood predictions. Real coastal risk analysis needs local NOAA measurements and elevation maps.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