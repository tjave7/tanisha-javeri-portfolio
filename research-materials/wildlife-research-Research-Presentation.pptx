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9FF"/>
                </a:solidFill>
                <a:latin typeface="Aptos"/>
              </a:defRPr>
            </a:pPr>
            <a:r>
              <a:t>Life on a Changing Planet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Tanisha Javeri  |  Environmental Studies  |  Loyola University Chicago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What can wildlife, prehistoric life, and coral reefs reveal about environmental change?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Why this question matters for environmental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Animals depend on stable habitats. Fossils reveal major changes in past ecosystems. Coral reefs respond to marine heat stress.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Scientific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Method and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I compared NOAA reported coral reef heat stress exposure during two global bleaching events and reviewed broader ecological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How the research was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Findings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The exposed reef area increased from 68.2 percent in the third event to 84.4 percent in the fourth event, a difference of 16.2 percentage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What the evidence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Heat stress exposure does not mean all corals died. The forest and dinosaur scenes are educational animations.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Questions for further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